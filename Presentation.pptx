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j9MalIAki1pewVVwsYc3ktk+QZ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1d5664b58_0_3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51d5664b58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1d5664b58_0_3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51d5664b58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1d5664b58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51d5664b58_0_3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Name Trends Analysis in the United States Using BigQuery</a:t>
            </a:r>
            <a:endParaRPr b="1"/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Course:</a:t>
            </a:r>
            <a:r>
              <a:rPr lang="en-US"/>
              <a:t> CMPE 138 </a:t>
            </a:r>
            <a:endParaRPr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Team:</a:t>
            </a:r>
            <a:r>
              <a:rPr lang="en-US"/>
              <a:t> Van Duong, Stephen Shao, Andy Neidhart</a:t>
            </a:r>
            <a:endParaRPr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Professor:</a:t>
            </a:r>
            <a:r>
              <a:rPr lang="en-US"/>
              <a:t> Dr. Gheorghi Guzun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and Why We Need This Query Program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Why this project?</a:t>
            </a:r>
            <a:endParaRPr/>
          </a:p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Names reflect social, cultural, and generational shifts.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Analyzing names over time reveals trends in gender, influence, and region.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Manual tracking is not scalable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SQL-based automation is essential.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Goal: </a:t>
            </a:r>
            <a:r>
              <a:rPr lang="en-US"/>
              <a:t>Extract meaningful insights from 100+ years of U.S. baby name data.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Used and Main Features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457200" y="1600200"/>
            <a:ext cx="8342700" cy="51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Dataset: </a:t>
            </a:r>
            <a:r>
              <a:rPr lang="en-US"/>
              <a:t>bigquery-public-data.usa_names.usa_1910_current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Fields: </a:t>
            </a:r>
            <a:r>
              <a:rPr lang="en-US"/>
              <a:t>state, gender, year, name, number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Main Features Queried:</a:t>
            </a:r>
            <a:endParaRPr/>
          </a:p>
          <a:p>
            <a:pPr indent="-334327" lvl="0" marL="457200" rtl="0" algn="l">
              <a:spcBef>
                <a:spcPts val="592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Most popular names by decade (Van)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Gender-neutral names (Van)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States with most unique names (Stephen)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Fastest rising names after 1990 (Stephen)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Celebrity name spike – 'Kobe' (Andy)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Stable names across decades (Andy)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Query Optimization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Why optimize?</a:t>
            </a:r>
            <a:endParaRPr/>
          </a:p>
          <a:p>
            <a:pPr indent="-317182" lvl="0" marL="457200" marR="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BigQuery charges based on the amount of data scanned.</a:t>
            </a:r>
            <a:endParaRPr/>
          </a:p>
          <a:p>
            <a:pPr indent="-317182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Faster queries = lower cost and quicker performance.</a:t>
            </a:r>
            <a:endParaRPr/>
          </a:p>
          <a:p>
            <a:pPr indent="-317182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Especially important when working with large datasets like 100+ years of name records.</a:t>
            </a:r>
            <a:br>
              <a:rPr lang="en-US"/>
            </a:b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Techniques used:</a:t>
            </a:r>
            <a:endParaRPr/>
          </a:p>
          <a:p>
            <a:pPr indent="-317182" lvl="0" marL="457200" rtl="0" algn="l">
              <a:spcBef>
                <a:spcPts val="592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Added a WHERE clause to limit by decade (year BETWEEN 1990 AND 1999)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Avoided scanning all years in the dataset.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Used GROUP BY to efficiently aggregate name totals.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1d5664b58_0_37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Query Optimization (Unoptimized)</a:t>
            </a:r>
            <a:endParaRPr/>
          </a:p>
        </p:txBody>
      </p:sp>
      <p:sp>
        <p:nvSpPr>
          <p:cNvPr id="109" name="Google Shape;109;g351d5664b58_0_37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g351d5664b58_0_3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725" y="1317350"/>
            <a:ext cx="7399824" cy="552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1d5664b58_0_377"/>
          <p:cNvSpPr txBox="1"/>
          <p:nvPr>
            <p:ph type="title"/>
          </p:nvPr>
        </p:nvSpPr>
        <p:spPr>
          <a:xfrm>
            <a:off x="457200" y="94663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Query Optimization (Optimized)</a:t>
            </a:r>
            <a:endParaRPr/>
          </a:p>
        </p:txBody>
      </p:sp>
      <p:sp>
        <p:nvSpPr>
          <p:cNvPr id="116" name="Google Shape;116;g351d5664b58_0_37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g351d5664b58_0_3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87247"/>
            <a:ext cx="9144000" cy="5770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1d5664b58_0_39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Query Optimization</a:t>
            </a:r>
            <a:endParaRPr/>
          </a:p>
        </p:txBody>
      </p:sp>
      <p:sp>
        <p:nvSpPr>
          <p:cNvPr id="123" name="Google Shape;123;g351d5664b58_0_39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Result</a:t>
            </a:r>
            <a:r>
              <a:rPr b="1" lang="en-US"/>
              <a:t>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None/>
            </a:pPr>
            <a:br>
              <a:rPr lang="en-US"/>
            </a:b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T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24" name="Google Shape;124;g351d5664b58_0_3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50" y="2240250"/>
            <a:ext cx="9144000" cy="4339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Lessons Learned</a:t>
            </a:r>
            <a:endParaRPr/>
          </a:p>
        </p:txBody>
      </p:sp>
      <p:sp>
        <p:nvSpPr>
          <p:cNvPr id="130" name="Google Shape;130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Takeaways from the project: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- SQL alone is powerful for trend analysis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- Query optimization matters for large datasets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- Cultural, regional, and gender trends emerge clearly from names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Future Improvements: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- Create Google Data Studio dashboards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- Add real-time API or front-end interface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 Plan</a:t>
            </a:r>
            <a:endParaRPr/>
          </a:p>
        </p:txBody>
      </p:sp>
      <p:sp>
        <p:nvSpPr>
          <p:cNvPr id="136" name="Google Shape;136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 Steps: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Van: Show most popular and gender-neutral queries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Stephen: Show unique names by state &amp; fast-rising names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Andy: Show 'Kobe' trend and stable name query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Highlight SQL structure, result visuals, and performance impact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